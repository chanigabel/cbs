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פתיחה קצרה: להסביר שהמצגת מתמקדת בנתיב הפעיל של המערכת ולא בכל ההיסטוריה של הקוד. להדגיש שהמטרה היא לא רק לתאר מה עובד, אלא לזהות נקודות בדיקה לקראת המשך תחזוקה.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להסביר שהמערכת לא עורכת את הקובץ המקורי ישירות. העבודה נעשית על עותק עבודה ועל מבני נתונים פנימיים, ואז נכתב קובץ יצוא חדש.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לעבור על השרשרת מקצה לקצה: upload, extraction, standardization, validation, export. חשוב להדגיש שהזרימה הפעילה מבוססת Dataset ולא מעבדי Excel ישנים.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webapp/services/standardization_service.py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להדגיש הפרדת אחריות: שכבת ה־I/O לא אמורה להכיל חוקים עסקיים, והמנועים לא אמורים להכיר openpyxl או FastAPI. זו נקודת בדיקה טובה בסקירת קוד.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src/excel_standardization/workbook_json_flow.py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להציג את הקבצים כנקודות כניסה לסקירה. אם הזמן מוגבל, לפתוח קודם את pipeline, אחר כך מנוע אחד לדוגמה, ואז export.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src/excel_standardization/processing/standardization_pipeline.py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להסביר שה־pipeline הוא adapter בין מבנה ה־JSON לבין המנועים. הוא גם המקום שבו נולדים נתוני בקרה כמו success_rate ו־failed_rows.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src/excel_standardization/processing/standardization_pipeline.py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להציג מנוע אחד לעומק, ואז להסביר שהשאר פועלים לפי אותו רעיון: פונקציות עסקיות יחסית מבודדות, עם תוצאה שה־pipeline כותב חזרה לשורה.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src/excel_standardization/engines/date_engine.py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להדגיש שה־validation הוא post-processing. הוא לא מחליף את מנועי הנרמול, אלא מוסיף סטטוס עסקי לשורה אחרי שכבר יש ערכים מתוקנים.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src/excel_standardization/validation/institution_report_validator.py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להראות שה־export הוא חוזה חיצוני של המערכת. לכן שינוי קטן במיפוי עמודות או בשמות שדות יכול לשבור צרכנים downstream.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webapp/services/export_service.py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להסביר למה זה חשוב בסקירת קוד: אם יש שני נתיבים שמבטיחים אותה תוצאה, יש סיכון לסטייה. כאן הקוד מנסה לכפות נתיב פעיל יחיד.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src/excel_standardization/orchestrator.py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זה שקף שמגדיר ציפיות לסקירת קוד. כל PR צריך להיבדק מול השאלות: איפה החוק נמצא, האם יש בדיקה, והאם נשמר החוזה של השדות והיצוא.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להציג את הסיכונים כנקודות פעולה: להרחיב fixture-ים של Excel, להוסיף בדיקות export, ולתעד מקרים שבהם אין מקור אמת חיצוני.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src/excel_standardization/validation/institution_report_validator.py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להשתמש בשקף הזה כדי להוביל דיון. המטרה היא לצאת עם החלטות: אילו סיכונים מתקנים עכשיו, אילו מתעדים, ואילו בדיקות מוסיפים.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webapp/services/export_validation.py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לסגור בהמלצה מעשית: להתחיל סקירה מהזרימה הפעילה, לאמת את הסכמה וה־validation, ואז לבחור מנוע אחד לבדיקת עומק של איכות החוקים והבדיקות.</a:t>
            </a:r>
          </a:p>
          <a:p>
            <a:pPr rtl="1" algn="r"/>
          </a:p>
          <a:p>
            <a:pPr rtl="1" algn="r"/>
            <a:r>
              <a:rPr b="0" sz="1200" rtl="1" lang="he-IL">
                <a:solidFill>
                  <a:srgbClr val="000000"/>
                </a:solidFill>
                <a:latin typeface="Arial"/>
              </a:rPr>
              <a:t>קובץ לפתיחה בלייב: src/excel_standardization/workbook_json_flow.py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3100" rtl="1" lang="he-IL">
                <a:solidFill>
                  <a:srgbClr val="0F172A"/>
                </a:solidFill>
                <a:latin typeface="Arial"/>
              </a:rPr>
              <a:t>Excel Standardization System - סקירת קוד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מערכת סטנדרטיזציה לקבצי Excel של דיווחי מוסדות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מיקוד: זרימה פעילה, שכבות, קבצים חשובים וסיכונים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קהל יעד: ראש צוות וסקירת קוד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מטרה: להבין איפה נכון לבדוק, לשפר ולהקשיח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מה המערכת עושה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מקבלת Workbook מסוג xlsx או xlsm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מחלצת גיליונות ושורות למבנה Dataset פנימי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מנרמלת שמות, מגדר, תאריכים ומזהים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מייצרת קובץ יצוא נקי בסכמה קבועה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הזרימה הפעילה המרכזית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Upload: העלאת קובץ ויצירת session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Extraction: זיהוי גיליונות, כותרות ושדות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Standardization: יצירת שדות corrected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Validation + Export: בדיקות שורה וכתיבת קובץ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webapp/services/standardization_service.py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שכבות ארכיטקטורה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Web/API: endpoints, session וניהול קבצים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I/O Layer: קריאה מ־Excel וזיהוי מבנה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Processing: pipeline שמחבר את המנועים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Engines: לוגיקה עסקית נקייה מתלות ב־Excel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Validation/Export: סטטוסים וקובץ תוצאה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src/excel_standardization/workbook_json_flow.py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קבצי src חשובים ותפקידם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data_types.py: WorkbookDataset ו־SheetDataset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excel_to_json_extractor.py: חילוץ שורות ל־JSON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standardization_pipeline.py: תזמור כללי של הנרמול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engines/*.py: חוקים נקודתיים לפי תחום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export/export_engine.py: יצוא בסכמת יעד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src/excel_standardization/processing/standardization_pipeline.py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Standardization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מקבל SheetDataset ומחזיר Dataset מנורמל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שומר ערכים מקוריים ומוסיף שדות עם סיומת corrected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מזהה תבניות ברמת גיליון לפני ריצה על שורות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אוסף כשלים וסטטיסטיקות במטא־דאטה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src/excel_standardization/processing/standardization_pipeline.py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מנועים: שם, מגדר, תאריך, מזהה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NameEngine: ניקוי שמות והסרת שם משפחה לפי תבנית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GenderEngine: המרה ל־1/2 לפי ייצוגים שונים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DateEngine: פירוק, זיהוי פורמט וחוקי תאריך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IdentifierEngine: תעודת זהות ודרכון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src/excel_standardization/engines/date_engine.py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שכבת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פועלת אחרי סטנדרטיזציה על ערכים corrected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בודקת שדות חובה, כפילויות וטווחי תאריכים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כותבת _validation_status ו־_validation_ok לכל שורה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מופעלת רק לגיליונות מוסד מוכרים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src/excel_standardization/validation/institution_report_validator.py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שכבת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כותבת Workbook חדש להורדה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משתמשת בסכמת יעד קבועה ושמות גיליון ידועים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מעדיפה ערכים corrected כשקיימים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מסננת/ממפה שורות לפי לוגיקת היצוא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webapp/services/export_service.py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קוד פעיל מול קוד 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הנתיב הפעיל: Web/Dataset pipeline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ה־orchestrator חוסם נתיבי Excel ישירים ישנים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שמות backward-compatible נשמרים אך לא מפעילים legacy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צריך להיזהר מבדיקות או imports שמחיים נתיב ישן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src/excel_standardization/orchestrator.py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סטנדרטים לפיתוח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לוגיקה עסקית במנועים, לא ב־API ולא ב־I/O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שינויים צריכים להיות דטרמיניסטיים וניתנים לבדיקה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לא לשנות ערך מקור; להוסיף corrected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להוסיף tests סביב כל כלל עסקי חדש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לשמור על שמות שדות וסכמת יצוא יציבים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tests/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סיכונים וחוסרים בבדיקות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קלט Excel לא צפוי: כותרות, merged cells ונוסחאות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פער בין תיקון אוטומטי לבין שגיאת validation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תלות בשמות גיליונות מוכרים ובמיפוי שדות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מקורות חיצוניים חסרים לחלק מהבדיקות העסקיות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סיכון רגרסיה מול התנהגות VBA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src/excel_standardization/validation/institution_report_validator.py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שאלות לסקירת קוד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האם הנתיב הפעיל ברור ואין עקיפות legacy?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האם כל כלל עסקי נמצא בשכבה הנכונה?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האם כשלי נרמול ו־validation מוצגים למשתמש נכון?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האם export מכסה את כל השדות הנדרשים?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אילו מקרים צריכים בדיקות רגרסיה נוספות?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webapp/services/export_validation.py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70000"/>
            <a:ext cx="8243999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1" sz="2800" rtl="1" lang="he-IL">
                <a:solidFill>
                  <a:srgbClr val="0F172A"/>
                </a:solidFill>
                <a:latin typeface="Arial"/>
              </a:rPr>
              <a:t>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1134000"/>
            <a:ext cx="8172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המערכת בנויה סביב Dataset pipeline פעיל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המנועים מבודדים את החוקים העסקיים המרכזיים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validation ו־export הם החוזה מול המשתמש והמערכות הבאות</a:t>
            </a:r>
          </a:p>
          <a:p>
            <a:pPr algn="r" rtl="1" marR="342900" indent="-228600">
              <a:spcAft>
                <a:spcPts val="800"/>
              </a:spcAft>
              <a:defRPr sz="2300"/>
            </a:pPr>
            <a:r>
              <a:rPr rtl="1" lang="he-IL">
                <a:solidFill>
                  <a:srgbClr val="27272A"/>
                </a:solidFill>
                <a:latin typeface="Arial"/>
              </a:rPr>
              <a:t>מוקדי שיפור: בדיקות Excel, כיסוי validation ותיעוד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18000"/>
            <a:ext cx="8243999" cy="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300" rtl="1" lang="he-IL">
                <a:solidFill>
                  <a:srgbClr val="64748B"/>
                </a:solidFill>
                <a:latin typeface="Arial"/>
              </a:rPr>
              <a:t>קובץ לפתיחה בלייב: src/excel_standardization/workbook_json_flow.py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752000"/>
            <a:ext cx="8243999" cy="15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1" algn="r"/>
            <a:r>
              <a:rPr b="0" sz="1000" rtl="1" lang="he-IL">
                <a:solidFill>
                  <a:srgbClr val="64748B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